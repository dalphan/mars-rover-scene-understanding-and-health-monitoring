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803789-FAE9-AE5F-D149-3256DF914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C36B48D-A499-6D9B-42D3-F50BA2FF7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F88E66-1BB0-C228-8C64-9FEA351E5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86D332-8FF2-D84A-E2CB-2C81A93D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4B3687-79F3-A13F-A26B-1C87C3B8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4DE5787-B0C3-9C56-C213-8B1D226F51A3}"/>
              </a:ext>
            </a:extLst>
          </p:cNvPr>
          <p:cNvSpPr/>
          <p:nvPr userDrawn="1"/>
        </p:nvSpPr>
        <p:spPr>
          <a:xfrm>
            <a:off x="10938617" y="68366"/>
            <a:ext cx="1153682" cy="11451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CEC2B1D-479D-0F04-3FAF-30210977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118" y="5322193"/>
            <a:ext cx="969764" cy="96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16B67F-545E-F2F3-1CFA-1F8C9A68E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620FFD-C026-E867-AD63-592D79EC4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1B5E04-C24B-D5D6-3D0A-F62E12A7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7FE94B9-F6E8-7619-0111-44A9CEE1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710BEB-E9FE-213D-7360-C53330E5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951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1D697E-21B5-1000-78EF-4B3ACD5C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12CEF4-17FB-B235-08C1-23524B552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4A0313-0298-1377-47B1-B5F20B24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9ABFBA-FFEB-FB63-FB52-7A183CD3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7B181C-3C54-EFD2-F1F5-95C0D20E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5B49CF1-81D8-D18F-93BB-B1AB52586C7C}"/>
              </a:ext>
            </a:extLst>
          </p:cNvPr>
          <p:cNvSpPr/>
          <p:nvPr userDrawn="1"/>
        </p:nvSpPr>
        <p:spPr>
          <a:xfrm>
            <a:off x="10938617" y="68366"/>
            <a:ext cx="1153682" cy="11451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740D457-6C56-B3BB-5833-F6AD883A0B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118" y="156052"/>
            <a:ext cx="969764" cy="96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97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A99D72-CA11-3389-C4A3-05808F01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8BE8CD-CFBF-788D-048C-6E627945D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ECF094A-0AD8-118A-5A5F-2BBBA770C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096324B-A6ED-6C5C-45F5-F6534A8E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F3AAECC-D6F8-D811-47C2-817A1745C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DD2689F-0EF0-256D-67D0-F67F8B2D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886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BF4958-39EE-101C-CCB9-38505F5D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8478383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6A501A-F474-9F9A-AD00-6351FF50F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DF36407-53B3-8A58-720F-D63BD3F38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0CE85B8-DB21-8BE8-3B07-85429916E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DACF0FB-80C3-8913-D169-E7E322010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0D540B9-2A9E-CB1D-AB07-1CD8B277A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EB473A4-1A5D-100C-EA7B-D0F10495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CF45C13-8344-AF21-0AB7-1E553E90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270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BC0E6F-1AB5-2269-4DB4-F107B259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DA4CCE2-C60D-5859-1B94-A3690983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770B1B2-CD1D-2504-DF02-2F5F8557C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879D81-A00C-5E90-ADAE-AF1FD0C1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093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DF40DD6-905A-20F5-B57A-190C04CE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5E58C8C-4759-000A-C7C3-3B7E8F62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3FC90F-6229-5816-E211-B7EF3D86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270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C02A9-1669-E800-77AA-97376C1DD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8BEF98-B068-A61E-D5B8-4557933C1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242C958-5A6C-F3A1-B573-9356F4F01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551D153-C103-17AA-3434-4DACDDB3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48790FD-852A-D077-B247-87F825C8C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E65289-4B7C-6539-7CFF-5E0ED20D1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4077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DF4F45-9948-E60D-7EB6-990A66FCE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FC80E67-55C5-5534-23CC-172522A3E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C131917-E449-3A79-2FA7-6F05DBABB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2198FA-7549-8435-0AE1-1D52FC58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7C7C673-A166-AA42-CDE7-D1159F50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54695C-3ADA-F079-EAAE-295E7403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0272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3D9E4F-171B-27B6-8C6E-A7901D43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935340E-B08B-AB7E-A2B9-50E7CC349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E9258E-C845-3A11-BA80-25E3AFF2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B94E76-43A8-D6DF-7418-DBD244FC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DF37EAE-02D5-2031-35AB-D79C34BD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5400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B20921E-52EE-B765-0819-45540691F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053737"/>
            <a:ext cx="2628900" cy="5123226"/>
          </a:xfrm>
        </p:spPr>
        <p:txBody>
          <a:bodyPr vert="eaVert"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41F3A47-FCF9-78D6-41FE-4E9712B01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47E077-5D91-6763-FB8F-67027502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F9C29B-1A24-82CD-09FB-A9CDF8EC8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09C3D8-828F-5F53-C9A0-6361273F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4303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8F9C211-565C-7446-42B4-063F1DDD4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1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0FBABD3-A8AF-4F53-2D97-2679239C5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D962FE-354C-2325-C79F-CC79DE059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8DD84-C996-4DFC-A6C4-7C5817C05F19}" type="datetimeFigureOut">
              <a:rPr lang="it-IT" smtClean="0"/>
              <a:t>14/03/2024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06614F3-3B6C-86DA-A785-ECCA30B6D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 err="1"/>
              <a:t>Visionlab</a:t>
            </a:r>
            <a:r>
              <a:rPr lang="it-IT" dirty="0"/>
              <a:t> – Computer Vision </a:t>
            </a:r>
            <a:r>
              <a:rPr lang="it-IT" dirty="0" err="1"/>
              <a:t>Laboratory</a:t>
            </a:r>
            <a:r>
              <a:rPr lang="it-IT" dirty="0"/>
              <a:t> – Sapienza</a:t>
            </a:r>
          </a:p>
          <a:p>
            <a:r>
              <a:rPr lang="it-IT" dirty="0"/>
              <a:t>Via Salaria 113, 00198, Rome – Third </a:t>
            </a:r>
            <a:r>
              <a:rPr lang="it-IT" dirty="0" err="1"/>
              <a:t>Floor</a:t>
            </a:r>
            <a:r>
              <a:rPr lang="it-IT" dirty="0"/>
              <a:t>, Room 309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AD2367-DA27-BF1C-D722-5F0C6250B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C9DE0-E148-4F27-888A-35D29D0A8254}" type="slidenum">
              <a:rPr lang="it-IT" smtClean="0"/>
              <a:t>‹N›</a:t>
            </a:fld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0374C98-E13C-8AA6-64A0-C1F1BC6DF9B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91749" y="1233082"/>
            <a:ext cx="3100251" cy="4769711"/>
          </a:xfrm>
          <a:prstGeom prst="rect">
            <a:avLst/>
          </a:prstGeom>
        </p:spPr>
      </p:pic>
      <p:sp>
        <p:nvSpPr>
          <p:cNvPr id="12" name="Striscia diagonale 11">
            <a:extLst>
              <a:ext uri="{FF2B5EF4-FFF2-40B4-BE49-F238E27FC236}">
                <a16:creationId xmlns:a16="http://schemas.microsoft.com/office/drawing/2014/main" id="{36E41B77-6243-9A06-B22D-1DDE56864FB1}"/>
              </a:ext>
            </a:extLst>
          </p:cNvPr>
          <p:cNvSpPr/>
          <p:nvPr userDrawn="1"/>
        </p:nvSpPr>
        <p:spPr>
          <a:xfrm>
            <a:off x="0" y="0"/>
            <a:ext cx="360000" cy="360000"/>
          </a:xfrm>
          <a:prstGeom prst="diagStripe">
            <a:avLst>
              <a:gd name="adj" fmla="val 75796"/>
            </a:avLst>
          </a:prstGeom>
          <a:solidFill>
            <a:srgbClr val="82243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3" name="Striscia diagonale 12">
            <a:extLst>
              <a:ext uri="{FF2B5EF4-FFF2-40B4-BE49-F238E27FC236}">
                <a16:creationId xmlns:a16="http://schemas.microsoft.com/office/drawing/2014/main" id="{3906131B-CD34-FC06-2AE0-D5BFFB41216D}"/>
              </a:ext>
            </a:extLst>
          </p:cNvPr>
          <p:cNvSpPr/>
          <p:nvPr userDrawn="1"/>
        </p:nvSpPr>
        <p:spPr>
          <a:xfrm>
            <a:off x="0" y="0"/>
            <a:ext cx="540000" cy="540000"/>
          </a:xfrm>
          <a:prstGeom prst="diagStripe">
            <a:avLst>
              <a:gd name="adj" fmla="val 83292"/>
            </a:avLst>
          </a:prstGeom>
          <a:solidFill>
            <a:srgbClr val="82243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5CFF721-6631-1D68-8373-4422D99FEEB4}"/>
              </a:ext>
            </a:extLst>
          </p:cNvPr>
          <p:cNvSpPr/>
          <p:nvPr userDrawn="1"/>
        </p:nvSpPr>
        <p:spPr>
          <a:xfrm>
            <a:off x="401888" y="1943100"/>
            <a:ext cx="79200" cy="4914900"/>
          </a:xfrm>
          <a:prstGeom prst="rect">
            <a:avLst/>
          </a:prstGeom>
          <a:solidFill>
            <a:srgbClr val="82243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947DF62-9937-FE90-1BB1-1C9C31A8ACCD}"/>
              </a:ext>
            </a:extLst>
          </p:cNvPr>
          <p:cNvSpPr/>
          <p:nvPr userDrawn="1"/>
        </p:nvSpPr>
        <p:spPr>
          <a:xfrm>
            <a:off x="241253" y="1441450"/>
            <a:ext cx="79200" cy="5416550"/>
          </a:xfrm>
          <a:prstGeom prst="rect">
            <a:avLst/>
          </a:prstGeom>
          <a:solidFill>
            <a:srgbClr val="82243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Arco a tutto sesto 15">
            <a:extLst>
              <a:ext uri="{FF2B5EF4-FFF2-40B4-BE49-F238E27FC236}">
                <a16:creationId xmlns:a16="http://schemas.microsoft.com/office/drawing/2014/main" id="{4684E799-00FD-E481-86E2-1EE57BBF0997}"/>
              </a:ext>
            </a:extLst>
          </p:cNvPr>
          <p:cNvSpPr/>
          <p:nvPr userDrawn="1"/>
        </p:nvSpPr>
        <p:spPr>
          <a:xfrm>
            <a:off x="11922000" y="6590359"/>
            <a:ext cx="540000" cy="540000"/>
          </a:xfrm>
          <a:prstGeom prst="blockArc">
            <a:avLst>
              <a:gd name="adj1" fmla="val 10825804"/>
              <a:gd name="adj2" fmla="val 16232134"/>
              <a:gd name="adj3" fmla="val 13566"/>
            </a:avLst>
          </a:prstGeom>
          <a:solidFill>
            <a:srgbClr val="82243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7" name="Arco a tutto sesto 16">
            <a:extLst>
              <a:ext uri="{FF2B5EF4-FFF2-40B4-BE49-F238E27FC236}">
                <a16:creationId xmlns:a16="http://schemas.microsoft.com/office/drawing/2014/main" id="{C7F59C59-6D08-CAE9-1107-3C400A7AEBBD}"/>
              </a:ext>
            </a:extLst>
          </p:cNvPr>
          <p:cNvSpPr/>
          <p:nvPr userDrawn="1"/>
        </p:nvSpPr>
        <p:spPr>
          <a:xfrm>
            <a:off x="11742000" y="6408000"/>
            <a:ext cx="900000" cy="900000"/>
          </a:xfrm>
          <a:prstGeom prst="blockArc">
            <a:avLst>
              <a:gd name="adj1" fmla="val 10778727"/>
              <a:gd name="adj2" fmla="val 16191509"/>
              <a:gd name="adj3" fmla="val 9334"/>
            </a:avLst>
          </a:prstGeom>
          <a:solidFill>
            <a:srgbClr val="82243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6CFC2AB-66E6-4288-9ECC-C88FAA0EDFD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14" y="136525"/>
            <a:ext cx="969764" cy="96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14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53CAEA-7F71-2F30-10DD-58B9AE811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D78800-4D63-418C-4E5E-F22E3136D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50999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Roboto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Marco Raoul Marini</dc:creator>
  <cp:lastModifiedBy>Marco Raoul Marini</cp:lastModifiedBy>
  <cp:revision>5</cp:revision>
  <dcterms:created xsi:type="dcterms:W3CDTF">2022-06-29T08:38:04Z</dcterms:created>
  <dcterms:modified xsi:type="dcterms:W3CDTF">2024-03-14T15:20:36Z</dcterms:modified>
</cp:coreProperties>
</file>